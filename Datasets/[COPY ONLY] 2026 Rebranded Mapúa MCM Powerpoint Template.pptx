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4BK6PJYRtW9aatWadEoogNdEs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01">
  <p:cSld name="Placeholder 0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02">
  <p:cSld name="Placeholder 0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>
            <p:ph idx="2" type="pic"/>
          </p:nvPr>
        </p:nvSpPr>
        <p:spPr>
          <a:xfrm>
            <a:off x="587375" y="3666836"/>
            <a:ext cx="4963679" cy="157018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1"/>
          <p:cNvSpPr/>
          <p:nvPr>
            <p:ph idx="3" type="pic"/>
          </p:nvPr>
        </p:nvSpPr>
        <p:spPr>
          <a:xfrm>
            <a:off x="7549861" y="1302326"/>
            <a:ext cx="4054764" cy="236450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04">
  <p:cSld name="Placeholder 04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/>
          <p:nvPr>
            <p:ph idx="2" type="pic"/>
          </p:nvPr>
        </p:nvSpPr>
        <p:spPr>
          <a:xfrm>
            <a:off x="6696075" y="0"/>
            <a:ext cx="5495925" cy="6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03">
  <p:cSld name="Placeholder 0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/>
          <p:nvPr>
            <p:ph idx="2" type="pic"/>
          </p:nvPr>
        </p:nvSpPr>
        <p:spPr>
          <a:xfrm>
            <a:off x="587375" y="3362035"/>
            <a:ext cx="5591752" cy="225367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07">
  <p:cSld name="Placeholder 07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>
            <p:ph idx="2" type="pic"/>
          </p:nvPr>
        </p:nvSpPr>
        <p:spPr>
          <a:xfrm>
            <a:off x="587374" y="3325380"/>
            <a:ext cx="5591753" cy="300256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5" name="Google Shape;95;p24"/>
          <p:cNvSpPr/>
          <p:nvPr>
            <p:ph idx="3" type="pic"/>
          </p:nvPr>
        </p:nvSpPr>
        <p:spPr>
          <a:xfrm>
            <a:off x="6179128" y="3325380"/>
            <a:ext cx="5425498" cy="300256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08">
  <p:cSld name="Placeholder 08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/>
          <p:nvPr>
            <p:ph idx="2" type="pic"/>
          </p:nvPr>
        </p:nvSpPr>
        <p:spPr>
          <a:xfrm>
            <a:off x="7269019" y="0"/>
            <a:ext cx="4922981" cy="631842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12">
  <p:cSld name="Placeholder 1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/>
          <p:nvPr>
            <p:ph idx="2" type="pic"/>
          </p:nvPr>
        </p:nvSpPr>
        <p:spPr>
          <a:xfrm>
            <a:off x="7051414" y="1"/>
            <a:ext cx="5140586" cy="24512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17">
  <p:cSld name="Placeholder 17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/>
          <p:nvPr>
            <p:ph idx="2" type="pic"/>
          </p:nvPr>
        </p:nvSpPr>
        <p:spPr>
          <a:xfrm>
            <a:off x="6728722" y="3922813"/>
            <a:ext cx="953873" cy="95387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27"/>
          <p:cNvSpPr/>
          <p:nvPr>
            <p:ph idx="3" type="pic"/>
          </p:nvPr>
        </p:nvSpPr>
        <p:spPr>
          <a:xfrm>
            <a:off x="1169671" y="3922812"/>
            <a:ext cx="953873" cy="95387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ceholder 19">
  <p:cSld name="Placeholder 19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😎"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600" y="-9207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0" y="6032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1400" y="212725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 txBox="1"/>
          <p:nvPr/>
        </p:nvSpPr>
        <p:spPr>
          <a:xfrm>
            <a:off x="594450" y="1371125"/>
            <a:ext cx="110031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Trends in Gross Electricity and Derived Heat Production in the European Union (EU-27) by Type of Fuel, 1990–2024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996133" y="4867412"/>
            <a:ext cx="6412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MAYO, JONATHAN LANCE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NARAGA, DARVEN ROSS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VILLEGAS, ALLYZA FE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😎" id="118" name="Google Shape;1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600" y="-9207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19" name="Google Shape;1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0" y="6032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20" name="Google Shape;1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1400" y="212725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390431" y="747990"/>
            <a:ext cx="96543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RESULTS AND DISCUSSIONS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0837" y="1585074"/>
            <a:ext cx="6410326" cy="4524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😎"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600" y="-9207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0" y="6032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1400" y="212725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 txBox="1"/>
          <p:nvPr/>
        </p:nvSpPr>
        <p:spPr>
          <a:xfrm>
            <a:off x="390431" y="747990"/>
            <a:ext cx="96543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RESULTS AND DISCUSSIONS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ga Chad Meme - Giga Chad - Discover &amp; Share GIFs" id="131" name="Google Shape;1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425" y="1896246"/>
            <a:ext cx="4042581" cy="421376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/>
          <p:nvPr/>
        </p:nvSpPr>
        <p:spPr>
          <a:xfrm>
            <a:off x="1388001" y="3013501"/>
            <a:ext cx="431903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IS THE FRAMEWORK FEASIBLY?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6451321" y="5879177"/>
            <a:ext cx="43190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-STAKEHOLDERS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😎"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600" y="-9207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0" y="6032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1400" y="212725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390431" y="747990"/>
            <a:ext cx="96543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RESULTS AND DISCUSSIONS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 give it a 3.6-5 : r/Leprous"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275" y="1833285"/>
            <a:ext cx="4743450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😎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600" y="-9207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0" y="6032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1400" y="212725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390431" y="747990"/>
            <a:ext cx="96543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RESULTS AND DISCUSSIONS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Name Anime Memes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5669" y="1578987"/>
            <a:ext cx="2560661" cy="4572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😎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600" y="-9207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0" y="6032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1400" y="212725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390431" y="747990"/>
            <a:ext cx="96543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cked miles morales Meme Generator - Imgflip" id="160" name="Google Shape;1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0488" y="1578987"/>
            <a:ext cx="4531023" cy="453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😎" id="165" name="Google Shape;1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600" y="-9207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0" y="60325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😎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1400" y="212725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 txBox="1"/>
          <p:nvPr/>
        </p:nvSpPr>
        <p:spPr>
          <a:xfrm>
            <a:off x="390431" y="747990"/>
            <a:ext cx="965432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ell Yes, But Actually No - Meming Wiki" id="169" name="Google Shape;1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2451" y="1844018"/>
            <a:ext cx="7583986" cy="4265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2022-06-14T17:57:00Z</dcterms:created>
  <dc:creator>pjebayani@gmail.com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0x010100ACAA4B212F4AD646B4F5475F7E3545BC</vt:lpwstr>
  </property>
  <property fmtid="{D5CDD505-2E9C-101B-9397-08002B2CF9AE}" pid="3" name="MediaServiceImageTags">
    <vt:lpwstr/>
  </property>
</Properties>
</file>